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94" r:id="rId6"/>
    <p:sldId id="278" r:id="rId7"/>
    <p:sldId id="297" r:id="rId8"/>
    <p:sldId id="299" r:id="rId9"/>
    <p:sldId id="27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F553550-CAAC-2209-C6F1-3C6090D54627}" name="Gullit Torres Dias" initials="GD" userId="S::gullit.dias@educacao.sp.gov.br::b462ae71-a5e1-4856-a6f3-c7da02f65661" providerId="AD"/>
  <p188:author id="{46D1746F-A91C-C660-DB89-8874BF6F8170}" name="Kacili Zuchinali" initials="KZ" userId="S::kacili_zuchinali@vanzolini-ead.org.br::ffe427a7-788f-4852-be2e-79bbd678f206" providerId="AD"/>
  <p188:author id="{44F9178A-C350-E5A1-280A-7F8B05F830C1}" name="Mara Valeria Patrocinio Samuel" initials="MV" userId="S::mara.samuel@educacao.sp.gov.br::48b5d700-e9b0-4fec-aeba-2126a251599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D4A"/>
    <a:srgbClr val="ED5860"/>
    <a:srgbClr val="3A81C1"/>
    <a:srgbClr val="E3EAF0"/>
    <a:srgbClr val="E72226"/>
    <a:srgbClr val="789FCE"/>
    <a:srgbClr val="E9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018CF5-8F95-2EBF-2763-68B980996EFF}" v="5" dt="2026-04-14T20:53:16.683"/>
    <p1510:client id="{BBB781C7-F75B-4C0B-B04E-24C15C0CEC37}" v="10" dt="2026-04-14T21:04:20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38"/>
    <p:restoredTop sz="94561"/>
  </p:normalViewPr>
  <p:slideViewPr>
    <p:cSldViewPr snapToGrid="0">
      <p:cViewPr varScale="1">
        <p:scale>
          <a:sx n="99" d="100"/>
          <a:sy n="99" d="100"/>
        </p:scale>
        <p:origin x="131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880A7-E460-490C-9459-407097E6CB19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EEA91-AA7F-4AAC-A5F6-5E4E3148B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372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EEA91-AA7F-4AAC-A5F6-5E4E3148B92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383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5BDEF01-6948-6755-55B9-E0AE5B7FF63E}"/>
              </a:ext>
            </a:extLst>
          </p:cNvPr>
          <p:cNvSpPr/>
          <p:nvPr userDrawn="1"/>
        </p:nvSpPr>
        <p:spPr>
          <a:xfrm>
            <a:off x="1" y="-1"/>
            <a:ext cx="12191999" cy="6858001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8FB570FD-38D8-1FE4-540B-2463C05385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0098685" y="161278"/>
            <a:ext cx="2624028" cy="2301473"/>
          </a:xfrm>
          <a:prstGeom prst="rect">
            <a:avLst/>
          </a:prstGeom>
        </p:spPr>
      </p:pic>
      <p:pic>
        <p:nvPicPr>
          <p:cNvPr id="3" name="Imagem 2" descr="Forma&#10;&#10;O conteúdo gerado por IA pode estar incorreto.">
            <a:extLst>
              <a:ext uri="{FF2B5EF4-FFF2-40B4-BE49-F238E27FC236}">
                <a16:creationId xmlns:a16="http://schemas.microsoft.com/office/drawing/2014/main" id="{A9AE7344-E8CE-3DE4-6D02-3A75179F75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-329650" y="4579803"/>
            <a:ext cx="2616962" cy="1939431"/>
          </a:xfrm>
          <a:prstGeom prst="rect">
            <a:avLst/>
          </a:prstGeom>
        </p:spPr>
      </p:pic>
      <p:pic>
        <p:nvPicPr>
          <p:cNvPr id="4" name="Google Shape;26;p4" descr="Forma&#10;&#10;Descrição gerada automaticamente com confiança média">
            <a:extLst>
              <a:ext uri="{FF2B5EF4-FFF2-40B4-BE49-F238E27FC236}">
                <a16:creationId xmlns:a16="http://schemas.microsoft.com/office/drawing/2014/main" id="{00878C0D-7006-FE3B-A340-C56CFE910A7A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515425" y="5896601"/>
            <a:ext cx="3420373" cy="844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7;p4" descr="Forma&#10;&#10;Descrição gerada automaticamente com confiança média">
            <a:extLst>
              <a:ext uri="{FF2B5EF4-FFF2-40B4-BE49-F238E27FC236}">
                <a16:creationId xmlns:a16="http://schemas.microsoft.com/office/drawing/2014/main" id="{CD979A60-19DA-DB59-7040-7DE779F5526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3629064" y="5915462"/>
            <a:ext cx="2009718" cy="640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Texto, Logotipo&#10;&#10;O conteúdo gerado por IA pode estar incorreto.">
            <a:extLst>
              <a:ext uri="{FF2B5EF4-FFF2-40B4-BE49-F238E27FC236}">
                <a16:creationId xmlns:a16="http://schemas.microsoft.com/office/drawing/2014/main" id="{CBF3E325-A00E-E3AC-60D1-76CC76A655D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79038" y="836294"/>
            <a:ext cx="4254885" cy="1360168"/>
          </a:xfrm>
          <a:prstGeom prst="rect">
            <a:avLst/>
          </a:prstGeom>
        </p:spPr>
      </p:pic>
      <p:pic>
        <p:nvPicPr>
          <p:cNvPr id="16" name="Imagem 15" descr="Forma&#10;&#10;O conteúdo gerado por IA pode estar incorreto.">
            <a:extLst>
              <a:ext uri="{FF2B5EF4-FFF2-40B4-BE49-F238E27FC236}">
                <a16:creationId xmlns:a16="http://schemas.microsoft.com/office/drawing/2014/main" id="{26547969-3BA1-A7BC-E581-349B9017E9C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885907" y="1968966"/>
            <a:ext cx="827517" cy="662246"/>
          </a:xfrm>
          <a:prstGeom prst="rect">
            <a:avLst/>
          </a:prstGeom>
        </p:spPr>
      </p:pic>
      <p:sp>
        <p:nvSpPr>
          <p:cNvPr id="14" name="Título 13">
            <a:extLst>
              <a:ext uri="{FF2B5EF4-FFF2-40B4-BE49-F238E27FC236}">
                <a16:creationId xmlns:a16="http://schemas.microsoft.com/office/drawing/2014/main" id="{166B7B77-0D7A-334A-AC1D-452662B28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535" y="2334520"/>
            <a:ext cx="7742427" cy="1117312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1A1D4A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 dirty="0"/>
              <a:t>Clique para editar o título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DFE38E28-5901-A9D9-3DD4-FCB3B2580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6480" y="3567586"/>
            <a:ext cx="5995988" cy="639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Seu componente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51CBE06A-C6A8-FB13-05F2-2F5AAE54B9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6663" y="4352925"/>
            <a:ext cx="5995987" cy="63976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Seu segmento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60ED446-3E88-D8E5-D70C-1DCDFBAEF9D3}"/>
              </a:ext>
            </a:extLst>
          </p:cNvPr>
          <p:cNvSpPr txBox="1"/>
          <p:nvPr userDrawn="1"/>
        </p:nvSpPr>
        <p:spPr>
          <a:xfrm>
            <a:off x="0" y="267091"/>
            <a:ext cx="3810000" cy="369332"/>
          </a:xfrm>
          <a:prstGeom prst="rect">
            <a:avLst/>
          </a:prstGeom>
          <a:solidFill>
            <a:srgbClr val="ED5860"/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Medium"/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Helvetica" pitchFamily="2" charset="0"/>
                <a:cs typeface="Poppins Medium"/>
                <a:sym typeface="Poppins Medium"/>
              </a:rPr>
              <a:t>SOCIALIZAÇÃO DA PRÁTICA</a:t>
            </a:r>
            <a:endParaRPr lang="pt-BR" sz="1800" b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955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35B1E7B6-D7E1-CBCF-5E91-B1569FA6A17A}"/>
              </a:ext>
            </a:extLst>
          </p:cNvPr>
          <p:cNvSpPr/>
          <p:nvPr userDrawn="1"/>
        </p:nvSpPr>
        <p:spPr>
          <a:xfrm>
            <a:off x="1810304" y="1536211"/>
            <a:ext cx="4424778" cy="4257675"/>
          </a:xfrm>
          <a:prstGeom prst="rect">
            <a:avLst/>
          </a:prstGeom>
          <a:solidFill>
            <a:srgbClr val="E3EAF0"/>
          </a:solidFill>
          <a:ln>
            <a:solidFill>
              <a:srgbClr val="ED58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4CD0531C-5C6F-E253-D7BD-D5AE82B4F2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4443" y="3665048"/>
            <a:ext cx="1139350" cy="1504063"/>
          </a:xfrm>
          <a:prstGeom prst="rect">
            <a:avLst/>
          </a:prstGeom>
        </p:spPr>
      </p:pic>
      <p:pic>
        <p:nvPicPr>
          <p:cNvPr id="12" name="Imagem 11" descr="Forma&#10;&#10;O conteúdo gerado por IA pode estar incorreto.">
            <a:extLst>
              <a:ext uri="{FF2B5EF4-FFF2-40B4-BE49-F238E27FC236}">
                <a16:creationId xmlns:a16="http://schemas.microsoft.com/office/drawing/2014/main" id="{E7AAA11B-8EA5-3275-2B10-9D40C3FEB6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0155" y="5034489"/>
            <a:ext cx="1139350" cy="1504063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30E59A80-4B68-6B2A-BC0D-5884D0120B34}"/>
              </a:ext>
            </a:extLst>
          </p:cNvPr>
          <p:cNvSpPr/>
          <p:nvPr userDrawn="1"/>
        </p:nvSpPr>
        <p:spPr>
          <a:xfrm>
            <a:off x="6391828" y="1545721"/>
            <a:ext cx="5123413" cy="4257675"/>
          </a:xfrm>
          <a:prstGeom prst="rect">
            <a:avLst/>
          </a:prstGeom>
          <a:solidFill>
            <a:srgbClr val="E3EAF0"/>
          </a:solidFill>
          <a:ln>
            <a:solidFill>
              <a:srgbClr val="ED58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 descr="Forma&#10;&#10;O conteúdo gerado por IA pode estar incorreto.">
            <a:extLst>
              <a:ext uri="{FF2B5EF4-FFF2-40B4-BE49-F238E27FC236}">
                <a16:creationId xmlns:a16="http://schemas.microsoft.com/office/drawing/2014/main" id="{2D5BC68F-6832-5A1E-4B76-4C65CFAF8A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7908" y="-6649"/>
            <a:ext cx="1814092" cy="1591097"/>
          </a:xfrm>
          <a:prstGeom prst="rect">
            <a:avLst/>
          </a:prstGeom>
        </p:spPr>
      </p:pic>
      <p:pic>
        <p:nvPicPr>
          <p:cNvPr id="16" name="Imagem 15" descr="Texto, Logotipo&#10;&#10;O conteúdo gerado por IA pode estar incorreto.">
            <a:extLst>
              <a:ext uri="{FF2B5EF4-FFF2-40B4-BE49-F238E27FC236}">
                <a16:creationId xmlns:a16="http://schemas.microsoft.com/office/drawing/2014/main" id="{5F342292-24D0-D995-5634-942ABE11F0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53534" y="5895683"/>
            <a:ext cx="2685391" cy="858445"/>
          </a:xfrm>
          <a:prstGeom prst="rect">
            <a:avLst/>
          </a:prstGeom>
        </p:spPr>
      </p:pic>
      <p:sp>
        <p:nvSpPr>
          <p:cNvPr id="18" name="Espaço Reservado para Conteúdo 17">
            <a:extLst>
              <a:ext uri="{FF2B5EF4-FFF2-40B4-BE49-F238E27FC236}">
                <a16:creationId xmlns:a16="http://schemas.microsoft.com/office/drawing/2014/main" id="{11973DF0-36A2-2D16-843F-46636E9BE69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959558" y="1838657"/>
            <a:ext cx="3537575" cy="914400"/>
          </a:xfrm>
          <a:prstGeom prst="rect">
            <a:avLst/>
          </a:prstGeom>
        </p:spPr>
        <p:txBody>
          <a:bodyPr/>
          <a:lstStyle>
            <a:lvl1pPr>
              <a:buNone/>
              <a:defRPr sz="2000" b="0" i="0">
                <a:solidFill>
                  <a:srgbClr val="1A1D4A"/>
                </a:solidFill>
                <a:latin typeface="Helvetica Light" panose="020B0403020202020204" pitchFamily="34" charset="0"/>
              </a:defRPr>
            </a:lvl1pPr>
          </a:lstStyle>
          <a:p>
            <a:pPr lvl="0"/>
            <a:r>
              <a:rPr lang="pt-BR" dirty="0"/>
              <a:t>Seu texto aqui</a:t>
            </a:r>
          </a:p>
        </p:txBody>
      </p:sp>
      <p:sp>
        <p:nvSpPr>
          <p:cNvPr id="19" name="Espaço Reservado para Conteúdo 17">
            <a:extLst>
              <a:ext uri="{FF2B5EF4-FFF2-40B4-BE49-F238E27FC236}">
                <a16:creationId xmlns:a16="http://schemas.microsoft.com/office/drawing/2014/main" id="{BF1031C6-1305-DC04-2AD4-7A63A1968B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47258" y="1838657"/>
            <a:ext cx="3537575" cy="914400"/>
          </a:xfrm>
          <a:prstGeom prst="rect">
            <a:avLst/>
          </a:prstGeom>
        </p:spPr>
        <p:txBody>
          <a:bodyPr/>
          <a:lstStyle>
            <a:lvl1pPr>
              <a:buNone/>
              <a:defRPr sz="2000" b="0" i="0">
                <a:solidFill>
                  <a:srgbClr val="1A1D4A"/>
                </a:solidFill>
                <a:latin typeface="Helvetica Light" panose="020B0403020202020204" pitchFamily="34" charset="0"/>
              </a:defRPr>
            </a:lvl1pPr>
          </a:lstStyle>
          <a:p>
            <a:pPr lvl="0"/>
            <a:r>
              <a:rPr lang="pt-BR" dirty="0"/>
              <a:t>Seu texto aqui</a:t>
            </a:r>
          </a:p>
        </p:txBody>
      </p:sp>
      <p:pic>
        <p:nvPicPr>
          <p:cNvPr id="20" name="Imagem 19" descr="Forma&#10;&#10;O conteúdo gerado por IA pode estar incorreto.">
            <a:extLst>
              <a:ext uri="{FF2B5EF4-FFF2-40B4-BE49-F238E27FC236}">
                <a16:creationId xmlns:a16="http://schemas.microsoft.com/office/drawing/2014/main" id="{F343CCDF-392D-D042-BD55-4ACA406D9E5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69114" y="1176411"/>
            <a:ext cx="827517" cy="662246"/>
          </a:xfrm>
          <a:prstGeom prst="rect">
            <a:avLst/>
          </a:prstGeom>
        </p:spPr>
      </p:pic>
      <p:pic>
        <p:nvPicPr>
          <p:cNvPr id="22" name="Imagem 21" descr="Ícone&#10;&#10;O conteúdo gerado por IA pode estar incorreto.">
            <a:extLst>
              <a:ext uri="{FF2B5EF4-FFF2-40B4-BE49-F238E27FC236}">
                <a16:creationId xmlns:a16="http://schemas.microsoft.com/office/drawing/2014/main" id="{3F0B176B-F274-29AD-C9F4-4BC5D69192C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0155" y="145644"/>
            <a:ext cx="917275" cy="78557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B9BA77A-A927-7661-37BC-F851DD72C145}"/>
              </a:ext>
            </a:extLst>
          </p:cNvPr>
          <p:cNvSpPr txBox="1"/>
          <p:nvPr userDrawn="1"/>
        </p:nvSpPr>
        <p:spPr>
          <a:xfrm>
            <a:off x="1077430" y="262011"/>
            <a:ext cx="6103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600" b="0" i="0" kern="1200" dirty="0">
                <a:solidFill>
                  <a:srgbClr val="1A1D4A"/>
                </a:solidFill>
                <a:latin typeface="Poppins ExtraLight" pitchFamily="2" charset="77"/>
                <a:ea typeface="+mn-ea"/>
                <a:cs typeface="Poppins ExtraLight" pitchFamily="2" charset="77"/>
              </a:rPr>
              <a:t>ORIENTAÇÕES</a:t>
            </a:r>
            <a:r>
              <a:rPr lang="pt-BR" sz="3600" kern="1200" dirty="0">
                <a:solidFill>
                  <a:srgbClr val="1A1D4A"/>
                </a:solidFill>
                <a:latin typeface="Poppins" pitchFamily="2" charset="77"/>
                <a:ea typeface="+mn-ea"/>
                <a:cs typeface="Poppins" pitchFamily="2" charset="77"/>
              </a:rPr>
              <a:t> </a:t>
            </a:r>
            <a:r>
              <a:rPr lang="pt-BR" sz="3600" b="1" i="0" kern="1200" dirty="0">
                <a:solidFill>
                  <a:srgbClr val="ED5860"/>
                </a:solidFill>
                <a:latin typeface="Poppins" pitchFamily="2" charset="77"/>
                <a:ea typeface="+mn-ea"/>
                <a:cs typeface="Poppins" pitchFamily="2" charset="77"/>
              </a:rPr>
              <a:t>GERAIS</a:t>
            </a:r>
          </a:p>
        </p:txBody>
      </p:sp>
    </p:spTree>
    <p:extLst>
      <p:ext uri="{BB962C8B-B14F-4D97-AF65-F5344CB8AC3E}">
        <p14:creationId xmlns:p14="http://schemas.microsoft.com/office/powerpoint/2010/main" val="3497930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Forma&#10;&#10;O conteúdo gerado por IA pode estar incorreto.">
            <a:extLst>
              <a:ext uri="{FF2B5EF4-FFF2-40B4-BE49-F238E27FC236}">
                <a16:creationId xmlns:a16="http://schemas.microsoft.com/office/drawing/2014/main" id="{2D5BC68F-6832-5A1E-4B76-4C65CFAF8A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7908" y="-6649"/>
            <a:ext cx="1814092" cy="159109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B9BA77A-A927-7661-37BC-F851DD72C145}"/>
              </a:ext>
            </a:extLst>
          </p:cNvPr>
          <p:cNvSpPr txBox="1"/>
          <p:nvPr userDrawn="1"/>
        </p:nvSpPr>
        <p:spPr>
          <a:xfrm>
            <a:off x="2009775" y="246451"/>
            <a:ext cx="85058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1" i="0" kern="1200" dirty="0">
                <a:solidFill>
                  <a:srgbClr val="FF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</a:t>
            </a:r>
            <a:r>
              <a:rPr lang="pt-BR" sz="3200" b="0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pt-BR" sz="3200" b="1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DAS PRÁTICAS </a:t>
            </a:r>
            <a:r>
              <a:rPr lang="pt-BR" sz="3200" b="1" i="0" kern="1200" dirty="0">
                <a:solidFill>
                  <a:srgbClr val="FF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PEDAGÓGICAS</a:t>
            </a:r>
            <a:r>
              <a:rPr lang="pt-BR" sz="3200" b="1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endParaRPr lang="pt-BR" sz="3200" b="1" i="0" kern="1200" dirty="0">
              <a:solidFill>
                <a:srgbClr val="ED586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23A12361-C056-6285-272F-72EE1BA6D5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7908" y="-6649"/>
            <a:ext cx="1814092" cy="1591097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0A79560-8576-02EB-190D-21D496FD144C}"/>
              </a:ext>
            </a:extLst>
          </p:cNvPr>
          <p:cNvSpPr/>
          <p:nvPr userDrawn="1"/>
        </p:nvSpPr>
        <p:spPr>
          <a:xfrm>
            <a:off x="497269" y="1323669"/>
            <a:ext cx="11256580" cy="5150216"/>
          </a:xfrm>
          <a:prstGeom prst="rect">
            <a:avLst/>
          </a:prstGeom>
          <a:solidFill>
            <a:srgbClr val="E3EAF0"/>
          </a:solidFill>
          <a:ln>
            <a:solidFill>
              <a:srgbClr val="ED58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53C625C5-D4D6-13E2-4D4A-2681964B33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94" y="5397212"/>
            <a:ext cx="1044757" cy="1379190"/>
          </a:xfrm>
          <a:prstGeom prst="rect">
            <a:avLst/>
          </a:prstGeom>
        </p:spPr>
      </p:pic>
      <p:pic>
        <p:nvPicPr>
          <p:cNvPr id="8" name="Imagem 7" descr="Forma&#10;&#10;O conteúdo gerado por IA pode estar incorreto.">
            <a:extLst>
              <a:ext uri="{FF2B5EF4-FFF2-40B4-BE49-F238E27FC236}">
                <a16:creationId xmlns:a16="http://schemas.microsoft.com/office/drawing/2014/main" id="{7A6F7FBB-E08B-B645-1E99-ECA3788A6B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167620" y="-228567"/>
            <a:ext cx="1185663" cy="156520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2F10EF9-5EE9-0F71-C21B-817DC4242F7E}"/>
              </a:ext>
            </a:extLst>
          </p:cNvPr>
          <p:cNvSpPr txBox="1"/>
          <p:nvPr userDrawn="1"/>
        </p:nvSpPr>
        <p:spPr>
          <a:xfrm>
            <a:off x="760451" y="1733071"/>
            <a:ext cx="4004891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sz="17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Professor (a):</a:t>
            </a:r>
            <a:r>
              <a:rPr lang="en-US" sz="17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​</a:t>
            </a:r>
          </a:p>
          <a:p>
            <a:pPr fontAlgn="base"/>
            <a:r>
              <a:rPr lang="en-US" sz="17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fontAlgn="base"/>
            <a:endParaRPr lang="en-US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7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da Escola: </a:t>
            </a:r>
            <a:r>
              <a:rPr lang="en-US" sz="17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​</a:t>
            </a:r>
          </a:p>
          <a:p>
            <a:pPr fontAlgn="base"/>
            <a:endParaRPr lang="en-US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en-US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7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Unidade Regional de Ensino: </a:t>
            </a:r>
            <a:r>
              <a:rPr lang="en-US" sz="17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​</a:t>
            </a:r>
          </a:p>
          <a:p>
            <a:pPr fontAlgn="base"/>
            <a:endParaRPr lang="en-US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en-US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7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Ano/série escolar:</a:t>
            </a:r>
            <a:r>
              <a:rPr lang="en-US" sz="17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​ </a:t>
            </a:r>
          </a:p>
          <a:p>
            <a:pPr fontAlgn="base"/>
            <a:endParaRPr lang="en-US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en-US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7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Tema inscrito no </a:t>
            </a:r>
          </a:p>
          <a:p>
            <a:pPr fontAlgn="base"/>
            <a:r>
              <a:rPr lang="pt-BR" sz="17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Multiplica: </a:t>
            </a:r>
          </a:p>
          <a:p>
            <a:pPr fontAlgn="base"/>
            <a:endParaRPr lang="pt-BR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7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Componente ao que tem aula atribuída:</a:t>
            </a:r>
          </a:p>
          <a:p>
            <a:pPr fontAlgn="base"/>
            <a:endParaRPr lang="pt-BR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pt-BR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pt-BR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pt-BR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pt-BR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pt-BR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pt-BR" sz="1700" b="1" dirty="0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700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4E73A9A1-5869-1ADC-FEA4-FCBB584E62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86149" y="1713608"/>
            <a:ext cx="8137192" cy="363333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</a:p>
        </p:txBody>
      </p:sp>
      <p:sp>
        <p:nvSpPr>
          <p:cNvPr id="16" name="Espaço Reservado para Texto 14">
            <a:extLst>
              <a:ext uri="{FF2B5EF4-FFF2-40B4-BE49-F238E27FC236}">
                <a16:creationId xmlns:a16="http://schemas.microsoft.com/office/drawing/2014/main" id="{923CCDAA-9A4F-30BF-4371-74084546A7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62896" y="2524356"/>
            <a:ext cx="8860445" cy="324627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</a:p>
        </p:txBody>
      </p:sp>
      <p:pic>
        <p:nvPicPr>
          <p:cNvPr id="4" name="Imagem 3" descr="Texto, Logotipo&#10;&#10;O conteúdo gerado por IA pode estar incorreto.">
            <a:extLst>
              <a:ext uri="{FF2B5EF4-FFF2-40B4-BE49-F238E27FC236}">
                <a16:creationId xmlns:a16="http://schemas.microsoft.com/office/drawing/2014/main" id="{B41742DB-C728-2409-CD7C-8F0D0DEBC9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21142" y="6333138"/>
            <a:ext cx="1741849" cy="556821"/>
          </a:xfrm>
          <a:prstGeom prst="rect">
            <a:avLst/>
          </a:prstGeom>
        </p:spPr>
      </p:pic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C060CFDD-CF70-28F1-132B-AF5758ED25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61039" y="3300077"/>
            <a:ext cx="7562302" cy="324627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</a:p>
        </p:txBody>
      </p:sp>
      <p:sp>
        <p:nvSpPr>
          <p:cNvPr id="18" name="Espaço Reservado para Texto 14">
            <a:extLst>
              <a:ext uri="{FF2B5EF4-FFF2-40B4-BE49-F238E27FC236}">
                <a16:creationId xmlns:a16="http://schemas.microsoft.com/office/drawing/2014/main" id="{F658C22F-4D46-657B-7F6E-70E1863EC0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96438" y="4075798"/>
            <a:ext cx="8626903" cy="324627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</a:p>
        </p:txBody>
      </p:sp>
      <p:sp>
        <p:nvSpPr>
          <p:cNvPr id="19" name="Espaço Reservado para Texto 14">
            <a:extLst>
              <a:ext uri="{FF2B5EF4-FFF2-40B4-BE49-F238E27FC236}">
                <a16:creationId xmlns:a16="http://schemas.microsoft.com/office/drawing/2014/main" id="{98A2A39B-8AD1-0E2B-34E6-2601683AA7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93404" y="4906289"/>
            <a:ext cx="8729937" cy="490923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</a:p>
        </p:txBody>
      </p:sp>
      <p:pic>
        <p:nvPicPr>
          <p:cNvPr id="25" name="Imagem 24" descr="Forma&#10;&#10;O conteúdo gerado por IA pode estar incorreto.">
            <a:extLst>
              <a:ext uri="{FF2B5EF4-FFF2-40B4-BE49-F238E27FC236}">
                <a16:creationId xmlns:a16="http://schemas.microsoft.com/office/drawing/2014/main" id="{96DDCF13-41FD-E02E-9742-1B1959CB156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349" y="1033988"/>
            <a:ext cx="827517" cy="662246"/>
          </a:xfrm>
          <a:prstGeom prst="rect">
            <a:avLst/>
          </a:prstGeom>
        </p:spPr>
      </p:pic>
      <p:sp>
        <p:nvSpPr>
          <p:cNvPr id="23" name="Espaço Reservado para Texto 14">
            <a:extLst>
              <a:ext uri="{FF2B5EF4-FFF2-40B4-BE49-F238E27FC236}">
                <a16:creationId xmlns:a16="http://schemas.microsoft.com/office/drawing/2014/main" id="{F4C969A5-A520-3C09-CAF7-92C711EF06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62208" y="5671602"/>
            <a:ext cx="7361134" cy="556821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</a:p>
        </p:txBody>
      </p:sp>
    </p:spTree>
    <p:extLst>
      <p:ext uri="{BB962C8B-B14F-4D97-AF65-F5344CB8AC3E}">
        <p14:creationId xmlns:p14="http://schemas.microsoft.com/office/powerpoint/2010/main" val="3027651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TRATÉG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Forma&#10;&#10;O conteúdo gerado por IA pode estar incorreto.">
            <a:extLst>
              <a:ext uri="{FF2B5EF4-FFF2-40B4-BE49-F238E27FC236}">
                <a16:creationId xmlns:a16="http://schemas.microsoft.com/office/drawing/2014/main" id="{2D5BC68F-6832-5A1E-4B76-4C65CFAF8A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7908" y="-6649"/>
            <a:ext cx="1814092" cy="1591097"/>
          </a:xfrm>
          <a:prstGeom prst="rect">
            <a:avLst/>
          </a:prstGeom>
        </p:spPr>
      </p:pic>
      <p:pic>
        <p:nvPicPr>
          <p:cNvPr id="4" name="Imagem 3" descr="Forma&#10;&#10;O conteúdo gerado por IA pode estar incorreto.">
            <a:extLst>
              <a:ext uri="{FF2B5EF4-FFF2-40B4-BE49-F238E27FC236}">
                <a16:creationId xmlns:a16="http://schemas.microsoft.com/office/drawing/2014/main" id="{0F83AAC8-0EA0-4EE4-6598-BCEDD4D7E8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7908" y="-6649"/>
            <a:ext cx="1814092" cy="1591097"/>
          </a:xfrm>
          <a:prstGeom prst="rect">
            <a:avLst/>
          </a:prstGeom>
        </p:spPr>
      </p:pic>
      <p:pic>
        <p:nvPicPr>
          <p:cNvPr id="5" name="Imagem 4" descr="Texto, Logotipo&#10;&#10;O conteúdo gerado por IA pode estar incorreto.">
            <a:extLst>
              <a:ext uri="{FF2B5EF4-FFF2-40B4-BE49-F238E27FC236}">
                <a16:creationId xmlns:a16="http://schemas.microsoft.com/office/drawing/2014/main" id="{7075D960-9106-BC49-543F-3B1E1ADFC4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0831" y="6147702"/>
            <a:ext cx="1979918" cy="63292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0E25D9D-4AD1-F85C-BCB4-94F5733E79AD}"/>
              </a:ext>
            </a:extLst>
          </p:cNvPr>
          <p:cNvSpPr/>
          <p:nvPr userDrawn="1"/>
        </p:nvSpPr>
        <p:spPr>
          <a:xfrm>
            <a:off x="588579" y="1536211"/>
            <a:ext cx="11256580" cy="4560121"/>
          </a:xfrm>
          <a:prstGeom prst="rect">
            <a:avLst/>
          </a:prstGeom>
          <a:solidFill>
            <a:srgbClr val="E3EAF0"/>
          </a:solidFill>
          <a:ln>
            <a:solidFill>
              <a:srgbClr val="ED58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A14C828F-7B1E-A2F2-5609-84A97AB4D5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5033" y="1227969"/>
            <a:ext cx="827517" cy="662246"/>
          </a:xfrm>
          <a:prstGeom prst="rect">
            <a:avLst/>
          </a:prstGeom>
        </p:spPr>
      </p:pic>
      <p:pic>
        <p:nvPicPr>
          <p:cNvPr id="9" name="Imagem 8" descr="Forma&#10;&#10;O conteúdo gerado por IA pode estar incorreto.">
            <a:extLst>
              <a:ext uri="{FF2B5EF4-FFF2-40B4-BE49-F238E27FC236}">
                <a16:creationId xmlns:a16="http://schemas.microsoft.com/office/drawing/2014/main" id="{6E8BBAA6-B0BC-71E2-6A72-5F9D3320288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5033" y="5406737"/>
            <a:ext cx="1044757" cy="137919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E6CA997-4DCE-715A-E894-FAE4A392C35D}"/>
              </a:ext>
            </a:extLst>
          </p:cNvPr>
          <p:cNvSpPr txBox="1"/>
          <p:nvPr userDrawn="1"/>
        </p:nvSpPr>
        <p:spPr>
          <a:xfrm>
            <a:off x="967160" y="246451"/>
            <a:ext cx="10257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600" b="1" i="0" kern="1200" dirty="0">
                <a:solidFill>
                  <a:srgbClr val="FF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</a:t>
            </a:r>
            <a:r>
              <a:rPr lang="pt-BR" sz="3600" b="0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pt-BR" sz="3600" b="1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 </a:t>
            </a:r>
          </a:p>
          <a:p>
            <a:pPr marL="0" lv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600" b="1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PRÁTICAS </a:t>
            </a:r>
            <a:r>
              <a:rPr lang="pt-BR" sz="3600" b="1" i="0" kern="1200" dirty="0">
                <a:solidFill>
                  <a:srgbClr val="FF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PEDAGÓGICAS</a:t>
            </a:r>
            <a:r>
              <a:rPr lang="pt-BR" sz="3600" b="1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endParaRPr lang="pt-BR" sz="3600" b="1" i="0" kern="1200" dirty="0">
              <a:solidFill>
                <a:srgbClr val="ED586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8F9F2102-F456-3735-8C0F-D002EAE2609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5400000">
            <a:off x="225915" y="-308484"/>
            <a:ext cx="1482490" cy="1957044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3E29846-DF2D-C028-5355-74F840A854D9}"/>
              </a:ext>
            </a:extLst>
          </p:cNvPr>
          <p:cNvSpPr txBox="1"/>
          <p:nvPr userDrawn="1"/>
        </p:nvSpPr>
        <p:spPr>
          <a:xfrm>
            <a:off x="967160" y="1540347"/>
            <a:ext cx="1063626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>
                <a:solidFill>
                  <a:srgbClr val="1A1D4A"/>
                </a:solidFill>
                <a:latin typeface="Poppins"/>
                <a:cs typeface="Poppins"/>
              </a:rPr>
              <a:t>Descreva a prática que você aplicou em uma aula que tenha sido inspirada em alguma formação do Multiplica.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dirty="0">
                <a:solidFill>
                  <a:srgbClr val="1A1D4A"/>
                </a:solidFill>
              </a:rPr>
              <a:t>(Aborde a estratégia ou prática utilizada e justifique a sua escolha.)</a:t>
            </a:r>
            <a:endParaRPr lang="pt-BR" b="1" dirty="0">
              <a:solidFill>
                <a:srgbClr val="1A1D4A"/>
              </a:solidFill>
            </a:endParaRP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54B25496-47C8-2CD5-174F-669EA338C5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160" y="2428299"/>
            <a:ext cx="10636250" cy="3477202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editar texto</a:t>
            </a:r>
          </a:p>
        </p:txBody>
      </p:sp>
    </p:spTree>
    <p:extLst>
      <p:ext uri="{BB962C8B-B14F-4D97-AF65-F5344CB8AC3E}">
        <p14:creationId xmlns:p14="http://schemas.microsoft.com/office/powerpoint/2010/main" val="4172913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Forma&#10;&#10;O conteúdo gerado por IA pode estar incorreto.">
            <a:extLst>
              <a:ext uri="{FF2B5EF4-FFF2-40B4-BE49-F238E27FC236}">
                <a16:creationId xmlns:a16="http://schemas.microsoft.com/office/drawing/2014/main" id="{2D5BC68F-6832-5A1E-4B76-4C65CFAF8A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7908" y="-6649"/>
            <a:ext cx="1814092" cy="1591097"/>
          </a:xfrm>
          <a:prstGeom prst="rect">
            <a:avLst/>
          </a:prstGeom>
        </p:spPr>
      </p:pic>
      <p:pic>
        <p:nvPicPr>
          <p:cNvPr id="4" name="Imagem 3" descr="Forma&#10;&#10;O conteúdo gerado por IA pode estar incorreto.">
            <a:extLst>
              <a:ext uri="{FF2B5EF4-FFF2-40B4-BE49-F238E27FC236}">
                <a16:creationId xmlns:a16="http://schemas.microsoft.com/office/drawing/2014/main" id="{0F83AAC8-0EA0-4EE4-6598-BCEDD4D7E8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7908" y="-6649"/>
            <a:ext cx="1814092" cy="1591097"/>
          </a:xfrm>
          <a:prstGeom prst="rect">
            <a:avLst/>
          </a:prstGeom>
        </p:spPr>
      </p:pic>
      <p:pic>
        <p:nvPicPr>
          <p:cNvPr id="5" name="Imagem 4" descr="Texto, Logotipo&#10;&#10;O conteúdo gerado por IA pode estar incorreto.">
            <a:extLst>
              <a:ext uri="{FF2B5EF4-FFF2-40B4-BE49-F238E27FC236}">
                <a16:creationId xmlns:a16="http://schemas.microsoft.com/office/drawing/2014/main" id="{7075D960-9106-BC49-543F-3B1E1ADFC4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0831" y="6147702"/>
            <a:ext cx="1979918" cy="63292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0E25D9D-4AD1-F85C-BCB4-94F5733E79AD}"/>
              </a:ext>
            </a:extLst>
          </p:cNvPr>
          <p:cNvSpPr/>
          <p:nvPr userDrawn="1"/>
        </p:nvSpPr>
        <p:spPr>
          <a:xfrm>
            <a:off x="588579" y="1536211"/>
            <a:ext cx="11256580" cy="4560121"/>
          </a:xfrm>
          <a:prstGeom prst="rect">
            <a:avLst/>
          </a:prstGeom>
          <a:solidFill>
            <a:srgbClr val="E3EAF0"/>
          </a:solidFill>
          <a:ln>
            <a:solidFill>
              <a:srgbClr val="ED58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A14C828F-7B1E-A2F2-5609-84A97AB4D5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5033" y="1227969"/>
            <a:ext cx="827517" cy="662246"/>
          </a:xfrm>
          <a:prstGeom prst="rect">
            <a:avLst/>
          </a:prstGeom>
        </p:spPr>
      </p:pic>
      <p:pic>
        <p:nvPicPr>
          <p:cNvPr id="9" name="Imagem 8" descr="Forma&#10;&#10;O conteúdo gerado por IA pode estar incorreto.">
            <a:extLst>
              <a:ext uri="{FF2B5EF4-FFF2-40B4-BE49-F238E27FC236}">
                <a16:creationId xmlns:a16="http://schemas.microsoft.com/office/drawing/2014/main" id="{6E8BBAA6-B0BC-71E2-6A72-5F9D3320288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5033" y="5406737"/>
            <a:ext cx="1044757" cy="137919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E6CA997-4DCE-715A-E894-FAE4A392C35D}"/>
              </a:ext>
            </a:extLst>
          </p:cNvPr>
          <p:cNvSpPr txBox="1"/>
          <p:nvPr userDrawn="1"/>
        </p:nvSpPr>
        <p:spPr>
          <a:xfrm>
            <a:off x="967160" y="246451"/>
            <a:ext cx="10257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600" b="1" i="0" kern="1200" dirty="0">
                <a:solidFill>
                  <a:srgbClr val="FF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</a:t>
            </a:r>
            <a:r>
              <a:rPr lang="pt-BR" sz="3600" b="0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pt-BR" sz="3600" b="1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 </a:t>
            </a:r>
          </a:p>
          <a:p>
            <a:pPr marL="0" lv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600" b="1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PRÁTICAS </a:t>
            </a:r>
            <a:r>
              <a:rPr lang="pt-BR" sz="3600" b="1" i="0" kern="1200" dirty="0">
                <a:solidFill>
                  <a:srgbClr val="FF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PEDAGÓGICAS</a:t>
            </a:r>
            <a:r>
              <a:rPr lang="pt-BR" sz="3600" b="1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endParaRPr lang="pt-BR" sz="3600" b="1" i="0" kern="1200" dirty="0">
              <a:solidFill>
                <a:srgbClr val="ED586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8F9F2102-F456-3735-8C0F-D002EAE2609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5400000">
            <a:off x="442310" y="-183556"/>
            <a:ext cx="1482490" cy="1957044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3E29846-DF2D-C028-5355-74F840A854D9}"/>
              </a:ext>
            </a:extLst>
          </p:cNvPr>
          <p:cNvSpPr txBox="1"/>
          <p:nvPr userDrawn="1"/>
        </p:nvSpPr>
        <p:spPr>
          <a:xfrm>
            <a:off x="967160" y="1540932"/>
            <a:ext cx="1063626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Esta prática desenvolveu quais conteúdos do escopo-sequência/ guia priorizado</a:t>
            </a:r>
            <a:r>
              <a:rPr lang="pt-BR" sz="14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?</a:t>
            </a:r>
            <a:r>
              <a:rPr lang="pt-BR" sz="1400" dirty="0">
                <a:solidFill>
                  <a:srgbClr val="1A1D4A"/>
                </a:solidFill>
                <a:latin typeface="+mn-lt"/>
                <a:cs typeface="Poppins" panose="00000500000000000000" pitchFamily="2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dirty="0">
                <a:solidFill>
                  <a:srgbClr val="1A1D4A"/>
                </a:solidFill>
                <a:latin typeface="+mn-lt"/>
                <a:cs typeface="Poppins" panose="00000500000000000000" pitchFamily="2" charset="0"/>
              </a:rPr>
              <a:t>Nesse campo é importante que seja destacado o (s) conteúdo (s), que constam no escopo-sequência/ guia priorizado disponibilizados no Repositório do Centro de Mídias do Estado de São Paulo (CMSP)</a:t>
            </a:r>
            <a:endParaRPr lang="pt-BR" sz="1800" b="1" dirty="0">
              <a:solidFill>
                <a:srgbClr val="1A1D4A"/>
              </a:solidFill>
              <a:latin typeface="+mn-lt"/>
              <a:cs typeface="Poppins" panose="00000500000000000000" pitchFamily="2" charset="0"/>
            </a:endParaRPr>
          </a:p>
        </p:txBody>
      </p:sp>
      <p:sp>
        <p:nvSpPr>
          <p:cNvPr id="8" name="Espaço Reservado para Texto 11">
            <a:extLst>
              <a:ext uri="{FF2B5EF4-FFF2-40B4-BE49-F238E27FC236}">
                <a16:creationId xmlns:a16="http://schemas.microsoft.com/office/drawing/2014/main" id="{A88A7FE2-741C-D6D3-A92F-E5BCE1BBD7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160" y="2341151"/>
            <a:ext cx="10636250" cy="3564350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editar texto</a:t>
            </a:r>
          </a:p>
        </p:txBody>
      </p:sp>
    </p:spTree>
    <p:extLst>
      <p:ext uri="{BB962C8B-B14F-4D97-AF65-F5344CB8AC3E}">
        <p14:creationId xmlns:p14="http://schemas.microsoft.com/office/powerpoint/2010/main" val="130827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rie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Forma&#10;&#10;O conteúdo gerado por IA pode estar incorreto.">
            <a:extLst>
              <a:ext uri="{FF2B5EF4-FFF2-40B4-BE49-F238E27FC236}">
                <a16:creationId xmlns:a16="http://schemas.microsoft.com/office/drawing/2014/main" id="{2D5BC68F-6832-5A1E-4B76-4C65CFAF8A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7908" y="-6649"/>
            <a:ext cx="1814092" cy="1591097"/>
          </a:xfrm>
          <a:prstGeom prst="rect">
            <a:avLst/>
          </a:prstGeom>
        </p:spPr>
      </p:pic>
      <p:pic>
        <p:nvPicPr>
          <p:cNvPr id="4" name="Imagem 3" descr="Forma&#10;&#10;O conteúdo gerado por IA pode estar incorreto.">
            <a:extLst>
              <a:ext uri="{FF2B5EF4-FFF2-40B4-BE49-F238E27FC236}">
                <a16:creationId xmlns:a16="http://schemas.microsoft.com/office/drawing/2014/main" id="{0F83AAC8-0EA0-4EE4-6598-BCEDD4D7E8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7908" y="-6649"/>
            <a:ext cx="1814092" cy="1591097"/>
          </a:xfrm>
          <a:prstGeom prst="rect">
            <a:avLst/>
          </a:prstGeom>
        </p:spPr>
      </p:pic>
      <p:pic>
        <p:nvPicPr>
          <p:cNvPr id="5" name="Imagem 4" descr="Texto, Logotipo&#10;&#10;O conteúdo gerado por IA pode estar incorreto.">
            <a:extLst>
              <a:ext uri="{FF2B5EF4-FFF2-40B4-BE49-F238E27FC236}">
                <a16:creationId xmlns:a16="http://schemas.microsoft.com/office/drawing/2014/main" id="{7075D960-9106-BC49-543F-3B1E1ADFC4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0831" y="6147702"/>
            <a:ext cx="1979918" cy="63292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0E25D9D-4AD1-F85C-BCB4-94F5733E79AD}"/>
              </a:ext>
            </a:extLst>
          </p:cNvPr>
          <p:cNvSpPr/>
          <p:nvPr userDrawn="1"/>
        </p:nvSpPr>
        <p:spPr>
          <a:xfrm>
            <a:off x="588579" y="1536211"/>
            <a:ext cx="11256580" cy="4560121"/>
          </a:xfrm>
          <a:prstGeom prst="rect">
            <a:avLst/>
          </a:prstGeom>
          <a:solidFill>
            <a:srgbClr val="E3EAF0"/>
          </a:solidFill>
          <a:ln>
            <a:solidFill>
              <a:srgbClr val="ED58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A14C828F-7B1E-A2F2-5609-84A97AB4D5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5033" y="1227969"/>
            <a:ext cx="827517" cy="662246"/>
          </a:xfrm>
          <a:prstGeom prst="rect">
            <a:avLst/>
          </a:prstGeom>
        </p:spPr>
      </p:pic>
      <p:pic>
        <p:nvPicPr>
          <p:cNvPr id="9" name="Imagem 8" descr="Forma&#10;&#10;O conteúdo gerado por IA pode estar incorreto.">
            <a:extLst>
              <a:ext uri="{FF2B5EF4-FFF2-40B4-BE49-F238E27FC236}">
                <a16:creationId xmlns:a16="http://schemas.microsoft.com/office/drawing/2014/main" id="{6E8BBAA6-B0BC-71E2-6A72-5F9D3320288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5033" y="5406737"/>
            <a:ext cx="1044757" cy="137919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E6CA997-4DCE-715A-E894-FAE4A392C35D}"/>
              </a:ext>
            </a:extLst>
          </p:cNvPr>
          <p:cNvSpPr txBox="1"/>
          <p:nvPr userDrawn="1"/>
        </p:nvSpPr>
        <p:spPr>
          <a:xfrm>
            <a:off x="967160" y="246451"/>
            <a:ext cx="10257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600" b="1" i="0" kern="1200" dirty="0">
                <a:solidFill>
                  <a:srgbClr val="FF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</a:t>
            </a:r>
            <a:r>
              <a:rPr lang="pt-BR" sz="3600" b="0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pt-BR" sz="3600" b="1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 </a:t>
            </a:r>
          </a:p>
          <a:p>
            <a:pPr marL="0" lv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600" b="1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PRÁTICAS </a:t>
            </a:r>
            <a:r>
              <a:rPr lang="pt-BR" sz="3600" b="1" i="0" kern="1200" dirty="0">
                <a:solidFill>
                  <a:srgbClr val="FF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PEDAGÓGICAS</a:t>
            </a:r>
            <a:r>
              <a:rPr lang="pt-BR" sz="3600" b="1" i="0" kern="1200" dirty="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endParaRPr lang="pt-BR" sz="3600" b="1" i="0" kern="1200" dirty="0">
              <a:solidFill>
                <a:srgbClr val="ED586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8F9F2102-F456-3735-8C0F-D002EAE2609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5400000">
            <a:off x="442310" y="-183556"/>
            <a:ext cx="1482490" cy="1957044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3E29846-DF2D-C028-5355-74F840A854D9}"/>
              </a:ext>
            </a:extLst>
          </p:cNvPr>
          <p:cNvSpPr txBox="1"/>
          <p:nvPr userDrawn="1"/>
        </p:nvSpPr>
        <p:spPr>
          <a:xfrm>
            <a:off x="967160" y="1536486"/>
            <a:ext cx="10636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Descreva os resultados observados e o que você aprendeu com essa experiência.</a:t>
            </a:r>
          </a:p>
        </p:txBody>
      </p:sp>
      <p:sp>
        <p:nvSpPr>
          <p:cNvPr id="8" name="Espaço Reservado para Texto 11">
            <a:extLst>
              <a:ext uri="{FF2B5EF4-FFF2-40B4-BE49-F238E27FC236}">
                <a16:creationId xmlns:a16="http://schemas.microsoft.com/office/drawing/2014/main" id="{CB6EB8C1-ECE5-7DCA-480C-43309A6645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160" y="1890215"/>
            <a:ext cx="10636250" cy="4015286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editar texto</a:t>
            </a:r>
          </a:p>
        </p:txBody>
      </p:sp>
    </p:spTree>
    <p:extLst>
      <p:ext uri="{BB962C8B-B14F-4D97-AF65-F5344CB8AC3E}">
        <p14:creationId xmlns:p14="http://schemas.microsoft.com/office/powerpoint/2010/main" val="1151437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C75983C-90A0-7CB7-06DC-7A7445A48120}"/>
              </a:ext>
            </a:extLst>
          </p:cNvPr>
          <p:cNvSpPr/>
          <p:nvPr userDrawn="1"/>
        </p:nvSpPr>
        <p:spPr>
          <a:xfrm>
            <a:off x="-424672" y="0"/>
            <a:ext cx="12607557" cy="7050505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E21FEF25-3ACE-D255-DD26-8A0B6FE287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9984385" y="161278"/>
            <a:ext cx="2624028" cy="2301473"/>
          </a:xfrm>
          <a:prstGeom prst="rect">
            <a:avLst/>
          </a:prstGeom>
        </p:spPr>
      </p:pic>
      <p:pic>
        <p:nvPicPr>
          <p:cNvPr id="6" name="Imagem 5" descr="Forma&#10;&#10;O conteúdo gerado por IA pode estar incorreto.">
            <a:extLst>
              <a:ext uri="{FF2B5EF4-FFF2-40B4-BE49-F238E27FC236}">
                <a16:creationId xmlns:a16="http://schemas.microsoft.com/office/drawing/2014/main" id="{81952016-47B8-F50C-0184-B1F7917073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-329650" y="4579803"/>
            <a:ext cx="2616962" cy="1939431"/>
          </a:xfrm>
          <a:prstGeom prst="rect">
            <a:avLst/>
          </a:prstGeom>
        </p:spPr>
      </p:pic>
      <p:pic>
        <p:nvPicPr>
          <p:cNvPr id="9" name="Google Shape;26;p4" descr="Forma&#10;&#10;Descrição gerada automaticamente com confiança média">
            <a:extLst>
              <a:ext uri="{FF2B5EF4-FFF2-40B4-BE49-F238E27FC236}">
                <a16:creationId xmlns:a16="http://schemas.microsoft.com/office/drawing/2014/main" id="{1BFC2142-ABCB-6A97-B24C-6A0F2241485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831791" y="6013427"/>
            <a:ext cx="3420373" cy="844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7;p4" descr="Forma&#10;&#10;Descrição gerada automaticamente com confiança média">
            <a:extLst>
              <a:ext uri="{FF2B5EF4-FFF2-40B4-BE49-F238E27FC236}">
                <a16:creationId xmlns:a16="http://schemas.microsoft.com/office/drawing/2014/main" id="{09C20B4F-D83A-57AB-C598-8BEEF00A967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3945430" y="6032288"/>
            <a:ext cx="2009718" cy="640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 descr="Texto, Logotipo&#10;&#10;O conteúdo gerado por IA pode estar incorreto.">
            <a:extLst>
              <a:ext uri="{FF2B5EF4-FFF2-40B4-BE49-F238E27FC236}">
                <a16:creationId xmlns:a16="http://schemas.microsoft.com/office/drawing/2014/main" id="{48914AD1-A700-BD2B-3D6E-131FA0CD909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819735" y="2040505"/>
            <a:ext cx="8748844" cy="279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86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4DD30C69-09EA-E5F8-A00C-BA115B223727}"/>
              </a:ext>
            </a:extLst>
          </p:cNvPr>
          <p:cNvSpPr txBox="1"/>
          <p:nvPr userDrawn="1"/>
        </p:nvSpPr>
        <p:spPr>
          <a:xfrm>
            <a:off x="1277655" y="826718"/>
            <a:ext cx="5661764" cy="3569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521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51" r:id="rId2"/>
    <p:sldLayoutId id="2147483696" r:id="rId3"/>
    <p:sldLayoutId id="2147483684" r:id="rId4"/>
    <p:sldLayoutId id="2147483699" r:id="rId5"/>
    <p:sldLayoutId id="2147483700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6915C68-7074-E005-4706-76AAAD90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399348-966A-D8A5-AD3B-44E11BFDB0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A8B239D4-91DC-A912-61DA-51F3640C2C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9223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356695-87A3-D143-15F9-B5F09663F8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E9C908B-0EDC-7B87-24AA-CE800B97EF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60454B00-287F-A77E-B1C9-E7E9A3872B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1AD8FCB7-5804-531D-C58F-B596F821C4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E3DBEF43-A083-27D6-D541-F45D178CC6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AF43FBCD-42AF-67D3-C1C9-D1F03DDDEE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66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A49F0A7-961B-22D4-A693-C2A018DCEF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080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398446B-09EC-F468-A6A2-27F1DB909B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889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450B-A77D-4FD2-F81A-131DAC88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B54CEAB-6611-F74E-C4E4-7E888B814D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9352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5227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4ab48ce-6edf-47da-b7c7-3672e6928cf6">
      <Terms xmlns="http://schemas.microsoft.com/office/infopath/2007/PartnerControls"/>
    </lcf76f155ced4ddcb4097134ff3c332f>
    <TaxCatchAll xmlns="fbbb0e90-77f0-4723-878a-6f18d0d9a14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C6F87AE4DA0954BB8086BB916BFF55C" ma:contentTypeVersion="12" ma:contentTypeDescription="Crie um novo documento." ma:contentTypeScope="" ma:versionID="5b968fdf95312a0fbe35f69b652335c8">
  <xsd:schema xmlns:xsd="http://www.w3.org/2001/XMLSchema" xmlns:xs="http://www.w3.org/2001/XMLSchema" xmlns:p="http://schemas.microsoft.com/office/2006/metadata/properties" xmlns:ns2="44ab48ce-6edf-47da-b7c7-3672e6928cf6" xmlns:ns3="fbbb0e90-77f0-4723-878a-6f18d0d9a147" targetNamespace="http://schemas.microsoft.com/office/2006/metadata/properties" ma:root="true" ma:fieldsID="7081edccf638ea81e2cab55a4d2b737d" ns2:_="" ns3:_="">
    <xsd:import namespace="44ab48ce-6edf-47da-b7c7-3672e6928cf6"/>
    <xsd:import namespace="fbbb0e90-77f0-4723-878a-6f18d0d9a1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ab48ce-6edf-47da-b7c7-3672e6928c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6cacc59b-30bb-4402-ae5a-237a54327a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b0e90-77f0-4723-878a-6f18d0d9a14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b69cfac-fc38-4f27-a75b-7cc3adecc925}" ma:internalName="TaxCatchAll" ma:showField="CatchAllData" ma:web="fbbb0e90-77f0-4723-878a-6f18d0d9a1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18C4A3-B472-4514-BA11-5D1BB2553F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BC2569-2C88-41E4-B030-1217F9652F33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fbbb0e90-77f0-4723-878a-6f18d0d9a147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44ab48ce-6edf-47da-b7c7-3672e6928cf6"/>
  </ds:schemaRefs>
</ds:datastoreItem>
</file>

<file path=customXml/itemProps3.xml><?xml version="1.0" encoding="utf-8"?>
<ds:datastoreItem xmlns:ds="http://schemas.openxmlformats.org/officeDocument/2006/customXml" ds:itemID="{C79FBA50-7BF3-4472-9DB6-969420F67E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ab48ce-6edf-47da-b7c7-3672e6928cf6"/>
    <ds:schemaRef ds:uri="fbbb0e90-77f0-4723-878a-6f18d0d9a1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19499</TotalTime>
  <Words>1</Words>
  <Application>Microsoft Office PowerPoint</Application>
  <PresentationFormat>Widescreen</PresentationFormat>
  <Paragraphs>1</Paragraphs>
  <Slides>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Kacili Zuchinali</dc:creator>
  <cp:lastModifiedBy>Gullit Torres Dias</cp:lastModifiedBy>
  <cp:revision>141</cp:revision>
  <dcterms:created xsi:type="dcterms:W3CDTF">2026-01-05T17:42:07Z</dcterms:created>
  <dcterms:modified xsi:type="dcterms:W3CDTF">2026-05-22T01:10:38Z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0x0101005C6F87AE4DA0954BB8086BB916BFF55C</vt:lpwstr>
  </property>
  <property fmtid="{D5CDD505-2E9C-101B-9397-08002B2CF9AE}" pid="3" name="MediaServiceImageTags">
    <vt:lpwstr/>
  </property>
</Properties>
</file>